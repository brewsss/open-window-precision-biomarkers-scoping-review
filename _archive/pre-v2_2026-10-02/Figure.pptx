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36"/>
    <p:restoredTop sz="94708"/>
  </p:normalViewPr>
  <p:slideViewPr>
    <p:cSldViewPr snapToGrid="0">
      <p:cViewPr>
        <p:scale>
          <a:sx n="146" d="100"/>
          <a:sy n="146" d="100"/>
        </p:scale>
        <p:origin x="3672" y="-1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1C327-6E04-BD43-BA77-FC123AECC8BC}" type="datetimeFigureOut">
              <a:rPr kumimoji="1" lang="zh-SG" altLang="en-US" smtClean="0"/>
              <a:t>15/01/26</a:t>
            </a:fld>
            <a:endParaRPr kumimoji="1" lang="zh-SG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SG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C6C54-0139-9E4E-A8B7-D83241FDC95D}" type="slidenum">
              <a:rPr kumimoji="1" lang="zh-SG" altLang="en-US" smtClean="0"/>
              <a:t>‹#›</a:t>
            </a:fld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1239173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1C327-6E04-BD43-BA77-FC123AECC8BC}" type="datetimeFigureOut">
              <a:rPr kumimoji="1" lang="zh-SG" altLang="en-US" smtClean="0"/>
              <a:t>15/01/26</a:t>
            </a:fld>
            <a:endParaRPr kumimoji="1" lang="zh-SG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SG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C6C54-0139-9E4E-A8B7-D83241FDC95D}" type="slidenum">
              <a:rPr kumimoji="1" lang="zh-SG" altLang="en-US" smtClean="0"/>
              <a:t>‹#›</a:t>
            </a:fld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3796294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1C327-6E04-BD43-BA77-FC123AECC8BC}" type="datetimeFigureOut">
              <a:rPr kumimoji="1" lang="zh-SG" altLang="en-US" smtClean="0"/>
              <a:t>15/01/26</a:t>
            </a:fld>
            <a:endParaRPr kumimoji="1" lang="zh-SG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SG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C6C54-0139-9E4E-A8B7-D83241FDC95D}" type="slidenum">
              <a:rPr kumimoji="1" lang="zh-SG" altLang="en-US" smtClean="0"/>
              <a:t>‹#›</a:t>
            </a:fld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285534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1C327-6E04-BD43-BA77-FC123AECC8BC}" type="datetimeFigureOut">
              <a:rPr kumimoji="1" lang="zh-SG" altLang="en-US" smtClean="0"/>
              <a:t>15/01/26</a:t>
            </a:fld>
            <a:endParaRPr kumimoji="1" lang="zh-SG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SG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C6C54-0139-9E4E-A8B7-D83241FDC95D}" type="slidenum">
              <a:rPr kumimoji="1" lang="zh-SG" altLang="en-US" smtClean="0"/>
              <a:t>‹#›</a:t>
            </a:fld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4019620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1C327-6E04-BD43-BA77-FC123AECC8BC}" type="datetimeFigureOut">
              <a:rPr kumimoji="1" lang="zh-SG" altLang="en-US" smtClean="0"/>
              <a:t>15/01/26</a:t>
            </a:fld>
            <a:endParaRPr kumimoji="1" lang="zh-SG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SG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C6C54-0139-9E4E-A8B7-D83241FDC95D}" type="slidenum">
              <a:rPr kumimoji="1" lang="zh-SG" altLang="en-US" smtClean="0"/>
              <a:t>‹#›</a:t>
            </a:fld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2976695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1C327-6E04-BD43-BA77-FC123AECC8BC}" type="datetimeFigureOut">
              <a:rPr kumimoji="1" lang="zh-SG" altLang="en-US" smtClean="0"/>
              <a:t>15/01/26</a:t>
            </a:fld>
            <a:endParaRPr kumimoji="1" lang="zh-SG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SG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C6C54-0139-9E4E-A8B7-D83241FDC95D}" type="slidenum">
              <a:rPr kumimoji="1" lang="zh-SG" altLang="en-US" smtClean="0"/>
              <a:t>‹#›</a:t>
            </a:fld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6428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1C327-6E04-BD43-BA77-FC123AECC8BC}" type="datetimeFigureOut">
              <a:rPr kumimoji="1" lang="zh-SG" altLang="en-US" smtClean="0"/>
              <a:t>15/01/26</a:t>
            </a:fld>
            <a:endParaRPr kumimoji="1" lang="zh-SG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SG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C6C54-0139-9E4E-A8B7-D83241FDC95D}" type="slidenum">
              <a:rPr kumimoji="1" lang="zh-SG" altLang="en-US" smtClean="0"/>
              <a:t>‹#›</a:t>
            </a:fld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3216345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1C327-6E04-BD43-BA77-FC123AECC8BC}" type="datetimeFigureOut">
              <a:rPr kumimoji="1" lang="zh-SG" altLang="en-US" smtClean="0"/>
              <a:t>15/01/26</a:t>
            </a:fld>
            <a:endParaRPr kumimoji="1" lang="zh-SG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SG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C6C54-0139-9E4E-A8B7-D83241FDC95D}" type="slidenum">
              <a:rPr kumimoji="1" lang="zh-SG" altLang="en-US" smtClean="0"/>
              <a:t>‹#›</a:t>
            </a:fld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1071815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1C327-6E04-BD43-BA77-FC123AECC8BC}" type="datetimeFigureOut">
              <a:rPr kumimoji="1" lang="zh-SG" altLang="en-US" smtClean="0"/>
              <a:t>15/01/26</a:t>
            </a:fld>
            <a:endParaRPr kumimoji="1" lang="zh-SG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SG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C6C54-0139-9E4E-A8B7-D83241FDC95D}" type="slidenum">
              <a:rPr kumimoji="1" lang="zh-SG" altLang="en-US" smtClean="0"/>
              <a:t>‹#›</a:t>
            </a:fld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2820135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1C327-6E04-BD43-BA77-FC123AECC8BC}" type="datetimeFigureOut">
              <a:rPr kumimoji="1" lang="zh-SG" altLang="en-US" smtClean="0"/>
              <a:t>15/01/26</a:t>
            </a:fld>
            <a:endParaRPr kumimoji="1" lang="zh-SG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SG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C6C54-0139-9E4E-A8B7-D83241FDC95D}" type="slidenum">
              <a:rPr kumimoji="1" lang="zh-SG" altLang="en-US" smtClean="0"/>
              <a:t>‹#›</a:t>
            </a:fld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1277334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1C327-6E04-BD43-BA77-FC123AECC8BC}" type="datetimeFigureOut">
              <a:rPr kumimoji="1" lang="zh-SG" altLang="en-US" smtClean="0"/>
              <a:t>15/01/26</a:t>
            </a:fld>
            <a:endParaRPr kumimoji="1" lang="zh-SG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SG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C6C54-0139-9E4E-A8B7-D83241FDC95D}" type="slidenum">
              <a:rPr kumimoji="1" lang="zh-SG" altLang="en-US" smtClean="0"/>
              <a:t>‹#›</a:t>
            </a:fld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681217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21C327-6E04-BD43-BA77-FC123AECC8BC}" type="datetimeFigureOut">
              <a:rPr kumimoji="1" lang="zh-SG" altLang="en-US" smtClean="0"/>
              <a:t>15/01/26</a:t>
            </a:fld>
            <a:endParaRPr kumimoji="1" lang="zh-SG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SG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FC6C54-0139-9E4E-A8B7-D83241FDC95D}" type="slidenum">
              <a:rPr kumimoji="1" lang="zh-SG" altLang="en-US" smtClean="0"/>
              <a:t>‹#›</a:t>
            </a:fld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372368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E68E41BE-3BEA-5230-3458-E38C2617B04F}"/>
              </a:ext>
            </a:extLst>
          </p:cNvPr>
          <p:cNvSpPr txBox="1"/>
          <p:nvPr/>
        </p:nvSpPr>
        <p:spPr>
          <a:xfrm>
            <a:off x="2393434" y="2368480"/>
            <a:ext cx="232948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SG" altLang="en-US" sz="1350" b="1" spc="0" baseline="0">
                <a:ln/>
                <a:solidFill>
                  <a:srgbClr val="2C3E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PRISMA-ScR Flow Diagram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4D0FBDF-AB1D-E97B-DE9F-ED971EE5CD5D}"/>
              </a:ext>
            </a:extLst>
          </p:cNvPr>
          <p:cNvSpPr/>
          <p:nvPr/>
        </p:nvSpPr>
        <p:spPr>
          <a:xfrm>
            <a:off x="242047" y="2908783"/>
            <a:ext cx="887505" cy="1452402"/>
          </a:xfrm>
          <a:prstGeom prst="rect">
            <a:avLst/>
          </a:prstGeom>
          <a:solidFill>
            <a:srgbClr val="E8F4F8"/>
          </a:solidFill>
          <a:ln w="16136" cap="flat">
            <a:solidFill>
              <a:srgbClr val="5DADE2"/>
            </a:solidFill>
            <a:prstDash val="solid"/>
            <a:miter/>
          </a:ln>
        </p:spPr>
        <p:txBody>
          <a:bodyPr/>
          <a:lstStyle/>
          <a:p>
            <a:endParaRPr lang="zh-SG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7FD6C1F-D28B-8E2D-93D5-EDFC3088D99F}"/>
              </a:ext>
            </a:extLst>
          </p:cNvPr>
          <p:cNvSpPr txBox="1"/>
          <p:nvPr/>
        </p:nvSpPr>
        <p:spPr>
          <a:xfrm>
            <a:off x="194022" y="3571014"/>
            <a:ext cx="907621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SG" altLang="en-US" sz="975" b="1" spc="0" baseline="0" dirty="0">
                <a:ln/>
                <a:solidFill>
                  <a:srgbClr val="2980B9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Identification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3546D64-B068-F6BA-962A-8E85A4B4C12A}"/>
              </a:ext>
            </a:extLst>
          </p:cNvPr>
          <p:cNvSpPr/>
          <p:nvPr/>
        </p:nvSpPr>
        <p:spPr>
          <a:xfrm>
            <a:off x="242047" y="4603252"/>
            <a:ext cx="887505" cy="1210335"/>
          </a:xfrm>
          <a:prstGeom prst="rect">
            <a:avLst/>
          </a:prstGeom>
          <a:solidFill>
            <a:srgbClr val="E8F6F3"/>
          </a:solidFill>
          <a:ln w="16136" cap="flat">
            <a:solidFill>
              <a:srgbClr val="58D68D"/>
            </a:solidFill>
            <a:prstDash val="solid"/>
            <a:miter/>
          </a:ln>
        </p:spPr>
        <p:txBody>
          <a:bodyPr/>
          <a:lstStyle/>
          <a:p>
            <a:endParaRPr lang="zh-SG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1C19A6B-7725-16A5-422F-904F95D0EA18}"/>
              </a:ext>
            </a:extLst>
          </p:cNvPr>
          <p:cNvSpPr txBox="1"/>
          <p:nvPr/>
        </p:nvSpPr>
        <p:spPr>
          <a:xfrm>
            <a:off x="266772" y="5104105"/>
            <a:ext cx="713657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SG" altLang="en-US" sz="975" b="1" spc="0" baseline="0" dirty="0">
                <a:ln/>
                <a:solidFill>
                  <a:srgbClr val="27AE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Screening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50B5E15-5300-6D83-8073-1028A0BBB234}"/>
              </a:ext>
            </a:extLst>
          </p:cNvPr>
          <p:cNvSpPr/>
          <p:nvPr/>
        </p:nvSpPr>
        <p:spPr>
          <a:xfrm>
            <a:off x="242047" y="6055654"/>
            <a:ext cx="887505" cy="1452402"/>
          </a:xfrm>
          <a:prstGeom prst="rect">
            <a:avLst/>
          </a:prstGeom>
          <a:solidFill>
            <a:srgbClr val="FEF9E7"/>
          </a:solidFill>
          <a:ln w="16136" cap="flat">
            <a:solidFill>
              <a:srgbClr val="F4D03F"/>
            </a:solidFill>
            <a:prstDash val="solid"/>
            <a:miter/>
          </a:ln>
        </p:spPr>
        <p:txBody>
          <a:bodyPr/>
          <a:lstStyle/>
          <a:p>
            <a:endParaRPr lang="zh-SG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45F6A68-85BB-D2C4-4F21-A1507E93B33F}"/>
              </a:ext>
            </a:extLst>
          </p:cNvPr>
          <p:cNvSpPr txBox="1"/>
          <p:nvPr/>
        </p:nvSpPr>
        <p:spPr>
          <a:xfrm>
            <a:off x="307692" y="6684108"/>
            <a:ext cx="715260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SG" altLang="en-US" sz="975" b="1" spc="0" baseline="0" dirty="0">
                <a:ln/>
                <a:solidFill>
                  <a:srgbClr val="B7950B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Eligibility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9CADC14-6B9B-A860-315F-B55B4722027F}"/>
              </a:ext>
            </a:extLst>
          </p:cNvPr>
          <p:cNvSpPr/>
          <p:nvPr/>
        </p:nvSpPr>
        <p:spPr>
          <a:xfrm>
            <a:off x="242047" y="7750124"/>
            <a:ext cx="887505" cy="968268"/>
          </a:xfrm>
          <a:prstGeom prst="rect">
            <a:avLst/>
          </a:prstGeom>
          <a:solidFill>
            <a:srgbClr val="FADBD8"/>
          </a:solidFill>
          <a:ln w="16136" cap="flat">
            <a:solidFill>
              <a:srgbClr val="E74C3C"/>
            </a:solidFill>
            <a:prstDash val="solid"/>
            <a:miter/>
          </a:ln>
        </p:spPr>
        <p:txBody>
          <a:bodyPr/>
          <a:lstStyle/>
          <a:p>
            <a:endParaRPr lang="zh-SG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C71FC20-73DE-582A-344A-B82F26ACABE9}"/>
              </a:ext>
            </a:extLst>
          </p:cNvPr>
          <p:cNvSpPr txBox="1"/>
          <p:nvPr/>
        </p:nvSpPr>
        <p:spPr>
          <a:xfrm>
            <a:off x="328787" y="8136510"/>
            <a:ext cx="655949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SG" altLang="en-US" sz="975" b="1" spc="0" baseline="0">
                <a:ln/>
                <a:solidFill>
                  <a:srgbClr val="C0392B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Included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E144031-B40D-F1D3-930C-DDD476225F5A}"/>
              </a:ext>
            </a:extLst>
          </p:cNvPr>
          <p:cNvSpPr/>
          <p:nvPr/>
        </p:nvSpPr>
        <p:spPr>
          <a:xfrm>
            <a:off x="1452282" y="2908783"/>
            <a:ext cx="2097741" cy="564823"/>
          </a:xfrm>
          <a:prstGeom prst="rect">
            <a:avLst/>
          </a:prstGeom>
          <a:solidFill>
            <a:srgbClr val="EBF5FB"/>
          </a:solidFill>
          <a:ln w="12102" cap="flat">
            <a:solidFill>
              <a:srgbClr val="5DADE2"/>
            </a:solidFill>
            <a:prstDash val="solid"/>
            <a:miter/>
          </a:ln>
        </p:spPr>
        <p:txBody>
          <a:bodyPr/>
          <a:lstStyle/>
          <a:p>
            <a:endParaRPr lang="zh-SG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833D345-B889-A3F5-8F0F-74963E52562C}"/>
              </a:ext>
            </a:extLst>
          </p:cNvPr>
          <p:cNvSpPr txBox="1"/>
          <p:nvPr/>
        </p:nvSpPr>
        <p:spPr>
          <a:xfrm>
            <a:off x="1736326" y="3008642"/>
            <a:ext cx="1624163" cy="219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SG" altLang="en-US" sz="825" spc="0" baseline="0">
                <a:ln/>
                <a:solidFill>
                  <a:srgbClr val="2C3E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Records identified from databases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2240595-5430-691A-F5A4-00D3545AC92F}"/>
              </a:ext>
            </a:extLst>
          </p:cNvPr>
          <p:cNvSpPr txBox="1"/>
          <p:nvPr/>
        </p:nvSpPr>
        <p:spPr>
          <a:xfrm>
            <a:off x="1773630" y="3145049"/>
            <a:ext cx="1552028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SG" altLang="en-US" sz="750" spc="0" baseline="0">
                <a:ln/>
                <a:solidFill>
                  <a:srgbClr val="5D6D7E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(PubMed, Web of Science, Scopus,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8935A02-A167-BAC9-418E-40C981F42883}"/>
              </a:ext>
            </a:extLst>
          </p:cNvPr>
          <p:cNvSpPr txBox="1"/>
          <p:nvPr/>
        </p:nvSpPr>
        <p:spPr>
          <a:xfrm>
            <a:off x="1966590" y="3258013"/>
            <a:ext cx="1130438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SG" altLang="en-US" sz="750" spc="0" baseline="0" dirty="0">
                <a:ln/>
                <a:solidFill>
                  <a:srgbClr val="5D6D7E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SPORTDiscus, Embase)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F28EB78-F00B-7843-A167-979E8B0A3F90}"/>
              </a:ext>
            </a:extLst>
          </p:cNvPr>
          <p:cNvSpPr/>
          <p:nvPr/>
        </p:nvSpPr>
        <p:spPr>
          <a:xfrm>
            <a:off x="3872752" y="2908783"/>
            <a:ext cx="2097741" cy="564823"/>
          </a:xfrm>
          <a:prstGeom prst="rect">
            <a:avLst/>
          </a:prstGeom>
          <a:solidFill>
            <a:srgbClr val="EBF5FB"/>
          </a:solidFill>
          <a:ln w="12102" cap="flat">
            <a:solidFill>
              <a:srgbClr val="5DADE2"/>
            </a:solidFill>
            <a:prstDash val="solid"/>
            <a:miter/>
          </a:ln>
        </p:spPr>
        <p:txBody>
          <a:bodyPr/>
          <a:lstStyle/>
          <a:p>
            <a:endParaRPr lang="zh-SG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88BDFA5-D276-327B-8E45-CED45390418A}"/>
              </a:ext>
            </a:extLst>
          </p:cNvPr>
          <p:cNvSpPr txBox="1"/>
          <p:nvPr/>
        </p:nvSpPr>
        <p:spPr>
          <a:xfrm>
            <a:off x="4092725" y="3008642"/>
            <a:ext cx="1781257" cy="219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SG" altLang="en-US" sz="825" spc="0" baseline="0">
                <a:ln/>
                <a:solidFill>
                  <a:srgbClr val="2C3E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Records identified from other sources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3FDC4DD-6CDB-FB42-788D-48A7ABA59E41}"/>
              </a:ext>
            </a:extLst>
          </p:cNvPr>
          <p:cNvSpPr txBox="1"/>
          <p:nvPr/>
        </p:nvSpPr>
        <p:spPr>
          <a:xfrm>
            <a:off x="4226996" y="3145049"/>
            <a:ext cx="1508746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SG" altLang="en-US" sz="750" spc="0" baseline="0">
                <a:ln/>
                <a:solidFill>
                  <a:srgbClr val="5D6D7E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(Citation tracking, hand-searching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B6458E3-3596-358D-8269-C5186665B66F}"/>
              </a:ext>
            </a:extLst>
          </p:cNvPr>
          <p:cNvSpPr txBox="1"/>
          <p:nvPr/>
        </p:nvSpPr>
        <p:spPr>
          <a:xfrm>
            <a:off x="4601491" y="3258013"/>
            <a:ext cx="691215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SG" altLang="en-US" sz="750" spc="0" baseline="0">
                <a:ln/>
                <a:solidFill>
                  <a:srgbClr val="5D6D7E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key journals)</a:t>
            </a:r>
          </a:p>
        </p:txBody>
      </p:sp>
      <p:sp>
        <p:nvSpPr>
          <p:cNvPr id="27" name="任意形状 26">
            <a:extLst>
              <a:ext uri="{FF2B5EF4-FFF2-40B4-BE49-F238E27FC236}">
                <a16:creationId xmlns:a16="http://schemas.microsoft.com/office/drawing/2014/main" id="{F5451280-B324-44FC-4F8D-A2B9417B5916}"/>
              </a:ext>
            </a:extLst>
          </p:cNvPr>
          <p:cNvSpPr/>
          <p:nvPr/>
        </p:nvSpPr>
        <p:spPr>
          <a:xfrm>
            <a:off x="2501152" y="3473606"/>
            <a:ext cx="1210235" cy="403445"/>
          </a:xfrm>
          <a:custGeom>
            <a:avLst/>
            <a:gdLst>
              <a:gd name="csX0" fmla="*/ 0 w 1210235"/>
              <a:gd name="csY0" fmla="*/ 0 h 403445"/>
              <a:gd name="csX1" fmla="*/ 0 w 1210235"/>
              <a:gd name="csY1" fmla="*/ 201723 h 403445"/>
              <a:gd name="csX2" fmla="*/ 1210235 w 1210235"/>
              <a:gd name="csY2" fmla="*/ 201723 h 403445"/>
              <a:gd name="csX3" fmla="*/ 1210235 w 1210235"/>
              <a:gd name="csY3" fmla="*/ 403445 h 40344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0235" h="403445">
                <a:moveTo>
                  <a:pt x="0" y="0"/>
                </a:moveTo>
                <a:lnTo>
                  <a:pt x="0" y="201723"/>
                </a:lnTo>
                <a:lnTo>
                  <a:pt x="1210235" y="201723"/>
                </a:lnTo>
                <a:lnTo>
                  <a:pt x="1210235" y="403445"/>
                </a:lnTo>
              </a:path>
            </a:pathLst>
          </a:custGeom>
          <a:noFill/>
          <a:ln w="12102" cap="flat">
            <a:solidFill>
              <a:srgbClr val="5D6D7E"/>
            </a:solidFill>
            <a:prstDash val="solid"/>
            <a:miter/>
          </a:ln>
        </p:spPr>
        <p:txBody>
          <a:bodyPr/>
          <a:lstStyle/>
          <a:p>
            <a:endParaRPr lang="zh-SG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任意形状 27">
            <a:extLst>
              <a:ext uri="{FF2B5EF4-FFF2-40B4-BE49-F238E27FC236}">
                <a16:creationId xmlns:a16="http://schemas.microsoft.com/office/drawing/2014/main" id="{F8747CF9-5FED-3915-8EE6-3579C97D5C3E}"/>
              </a:ext>
            </a:extLst>
          </p:cNvPr>
          <p:cNvSpPr/>
          <p:nvPr/>
        </p:nvSpPr>
        <p:spPr>
          <a:xfrm>
            <a:off x="3711388" y="3473606"/>
            <a:ext cx="1210235" cy="201722"/>
          </a:xfrm>
          <a:custGeom>
            <a:avLst/>
            <a:gdLst>
              <a:gd name="csX0" fmla="*/ 1210235 w 1210235"/>
              <a:gd name="csY0" fmla="*/ 0 h 201722"/>
              <a:gd name="csX1" fmla="*/ 1210235 w 1210235"/>
              <a:gd name="csY1" fmla="*/ 201723 h 201722"/>
              <a:gd name="csX2" fmla="*/ 0 w 1210235"/>
              <a:gd name="csY2" fmla="*/ 201723 h 2017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10235" h="201722">
                <a:moveTo>
                  <a:pt x="1210235" y="0"/>
                </a:moveTo>
                <a:lnTo>
                  <a:pt x="1210235" y="201723"/>
                </a:lnTo>
                <a:lnTo>
                  <a:pt x="0" y="201723"/>
                </a:lnTo>
              </a:path>
            </a:pathLst>
          </a:custGeom>
          <a:noFill/>
          <a:ln w="12102" cap="flat">
            <a:solidFill>
              <a:srgbClr val="5D6D7E"/>
            </a:solidFill>
            <a:prstDash val="solid"/>
            <a:miter/>
          </a:ln>
        </p:spPr>
        <p:txBody>
          <a:bodyPr/>
          <a:lstStyle/>
          <a:p>
            <a:endParaRPr lang="zh-SG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14BD87B-0184-FD4A-C65D-6964DEB54903}"/>
              </a:ext>
            </a:extLst>
          </p:cNvPr>
          <p:cNvSpPr/>
          <p:nvPr/>
        </p:nvSpPr>
        <p:spPr>
          <a:xfrm>
            <a:off x="2662517" y="3877051"/>
            <a:ext cx="2097741" cy="443789"/>
          </a:xfrm>
          <a:prstGeom prst="rect">
            <a:avLst/>
          </a:prstGeom>
          <a:solidFill>
            <a:srgbClr val="EBF5FB"/>
          </a:solidFill>
          <a:ln w="12102" cap="flat">
            <a:solidFill>
              <a:srgbClr val="5DADE2"/>
            </a:solidFill>
            <a:prstDash val="solid"/>
            <a:miter/>
          </a:ln>
        </p:spPr>
        <p:txBody>
          <a:bodyPr/>
          <a:lstStyle/>
          <a:p>
            <a:endParaRPr lang="zh-SG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29DE3891-8E4D-B973-53CE-4A0C98D8F546}"/>
              </a:ext>
            </a:extLst>
          </p:cNvPr>
          <p:cNvSpPr txBox="1"/>
          <p:nvPr/>
        </p:nvSpPr>
        <p:spPr>
          <a:xfrm>
            <a:off x="2956463" y="3936565"/>
            <a:ext cx="1600118" cy="219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SG" altLang="en-US" sz="825" spc="0" baseline="0">
                <a:ln/>
                <a:solidFill>
                  <a:srgbClr val="2C3E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Records after duplicates removed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B1DA7855-9745-085F-0B01-A65A1E700E22}"/>
              </a:ext>
            </a:extLst>
          </p:cNvPr>
          <p:cNvSpPr txBox="1"/>
          <p:nvPr/>
        </p:nvSpPr>
        <p:spPr>
          <a:xfrm>
            <a:off x="3524669" y="4089110"/>
            <a:ext cx="399468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SG" altLang="en-US" sz="750" spc="0" baseline="0">
                <a:ln/>
                <a:solidFill>
                  <a:srgbClr val="5D6D7E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(n = )</a:t>
            </a:r>
          </a:p>
        </p:txBody>
      </p:sp>
      <p:sp>
        <p:nvSpPr>
          <p:cNvPr id="32" name="任意形状 31">
            <a:extLst>
              <a:ext uri="{FF2B5EF4-FFF2-40B4-BE49-F238E27FC236}">
                <a16:creationId xmlns:a16="http://schemas.microsoft.com/office/drawing/2014/main" id="{41BDBC64-DB24-17FE-A879-5889AB491CB5}"/>
              </a:ext>
            </a:extLst>
          </p:cNvPr>
          <p:cNvSpPr/>
          <p:nvPr/>
        </p:nvSpPr>
        <p:spPr>
          <a:xfrm>
            <a:off x="3711388" y="4320841"/>
            <a:ext cx="8068" cy="403445"/>
          </a:xfrm>
          <a:custGeom>
            <a:avLst/>
            <a:gdLst>
              <a:gd name="csX0" fmla="*/ 0 w 8068"/>
              <a:gd name="csY0" fmla="*/ 0 h 403445"/>
              <a:gd name="csX1" fmla="*/ 0 w 8068"/>
              <a:gd name="csY1" fmla="*/ 403445 h 40344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068" h="403445">
                <a:moveTo>
                  <a:pt x="0" y="0"/>
                </a:moveTo>
                <a:lnTo>
                  <a:pt x="0" y="403445"/>
                </a:lnTo>
              </a:path>
            </a:pathLst>
          </a:custGeom>
          <a:noFill/>
          <a:ln w="12102" cap="flat">
            <a:solidFill>
              <a:srgbClr val="5D6D7E"/>
            </a:solidFill>
            <a:prstDash val="solid"/>
            <a:miter/>
          </a:ln>
        </p:spPr>
        <p:txBody>
          <a:bodyPr/>
          <a:lstStyle/>
          <a:p>
            <a:endParaRPr lang="zh-SG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F74EC06-2927-6921-6C2D-8B38727CB767}"/>
              </a:ext>
            </a:extLst>
          </p:cNvPr>
          <p:cNvSpPr/>
          <p:nvPr/>
        </p:nvSpPr>
        <p:spPr>
          <a:xfrm>
            <a:off x="2662517" y="4724286"/>
            <a:ext cx="2097741" cy="443789"/>
          </a:xfrm>
          <a:prstGeom prst="rect">
            <a:avLst/>
          </a:prstGeom>
          <a:solidFill>
            <a:srgbClr val="E8F8F5"/>
          </a:solidFill>
          <a:ln w="12102" cap="flat">
            <a:solidFill>
              <a:srgbClr val="58D68D"/>
            </a:solidFill>
            <a:prstDash val="solid"/>
            <a:miter/>
          </a:ln>
        </p:spPr>
        <p:txBody>
          <a:bodyPr/>
          <a:lstStyle/>
          <a:p>
            <a:endParaRPr lang="zh-SG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9FBAC541-936D-6B8D-DADB-E7B14FDB1E8E}"/>
              </a:ext>
            </a:extLst>
          </p:cNvPr>
          <p:cNvSpPr txBox="1"/>
          <p:nvPr/>
        </p:nvSpPr>
        <p:spPr>
          <a:xfrm>
            <a:off x="3259832" y="4783800"/>
            <a:ext cx="926857" cy="219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SG" altLang="en-US" sz="825" spc="0" baseline="0">
                <a:ln/>
                <a:solidFill>
                  <a:srgbClr val="2C3E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Records screened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15B3C21B-1A4F-367F-2F42-280FC0ABD2AC}"/>
              </a:ext>
            </a:extLst>
          </p:cNvPr>
          <p:cNvSpPr txBox="1"/>
          <p:nvPr/>
        </p:nvSpPr>
        <p:spPr>
          <a:xfrm>
            <a:off x="3099019" y="4936345"/>
            <a:ext cx="1316386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SG" altLang="en-US" sz="750" spc="0" baseline="0">
                <a:ln/>
                <a:solidFill>
                  <a:srgbClr val="5D6D7E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(Title and abstract screening)</a:t>
            </a:r>
          </a:p>
        </p:txBody>
      </p:sp>
      <p:sp>
        <p:nvSpPr>
          <p:cNvPr id="36" name="任意形状 35">
            <a:extLst>
              <a:ext uri="{FF2B5EF4-FFF2-40B4-BE49-F238E27FC236}">
                <a16:creationId xmlns:a16="http://schemas.microsoft.com/office/drawing/2014/main" id="{36E60455-787F-EC3C-84F8-6066EA762BFF}"/>
              </a:ext>
            </a:extLst>
          </p:cNvPr>
          <p:cNvSpPr/>
          <p:nvPr/>
        </p:nvSpPr>
        <p:spPr>
          <a:xfrm>
            <a:off x="4760258" y="4942146"/>
            <a:ext cx="484094" cy="387307"/>
          </a:xfrm>
          <a:custGeom>
            <a:avLst/>
            <a:gdLst>
              <a:gd name="csX0" fmla="*/ 0 w 484094"/>
              <a:gd name="csY0" fmla="*/ 0 h 387307"/>
              <a:gd name="csX1" fmla="*/ 484094 w 484094"/>
              <a:gd name="csY1" fmla="*/ 0 h 387307"/>
              <a:gd name="csX2" fmla="*/ 484094 w 484094"/>
              <a:gd name="csY2" fmla="*/ 387307 h 3873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84094" h="387307">
                <a:moveTo>
                  <a:pt x="0" y="0"/>
                </a:moveTo>
                <a:lnTo>
                  <a:pt x="484094" y="0"/>
                </a:lnTo>
                <a:lnTo>
                  <a:pt x="484094" y="387307"/>
                </a:lnTo>
              </a:path>
            </a:pathLst>
          </a:custGeom>
          <a:noFill/>
          <a:ln w="12102" cap="flat">
            <a:solidFill>
              <a:srgbClr val="5D6D7E"/>
            </a:solidFill>
            <a:prstDash val="solid"/>
            <a:miter/>
          </a:ln>
        </p:spPr>
        <p:txBody>
          <a:bodyPr/>
          <a:lstStyle/>
          <a:p>
            <a:endParaRPr lang="zh-SG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6C74F08-DE85-78A4-498B-AB3386263F10}"/>
              </a:ext>
            </a:extLst>
          </p:cNvPr>
          <p:cNvSpPr/>
          <p:nvPr/>
        </p:nvSpPr>
        <p:spPr>
          <a:xfrm>
            <a:off x="4598894" y="5329453"/>
            <a:ext cx="1290917" cy="443789"/>
          </a:xfrm>
          <a:prstGeom prst="rect">
            <a:avLst/>
          </a:prstGeom>
          <a:solidFill>
            <a:srgbClr val="FDF2E9"/>
          </a:solidFill>
          <a:ln w="12102" cap="flat">
            <a:solidFill>
              <a:srgbClr val="E59866"/>
            </a:solidFill>
            <a:prstDash val="solid"/>
            <a:miter/>
          </a:ln>
        </p:spPr>
        <p:txBody>
          <a:bodyPr/>
          <a:lstStyle/>
          <a:p>
            <a:endParaRPr lang="zh-SG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26D56204-D9DB-1A6D-FDC4-C27EE994E560}"/>
              </a:ext>
            </a:extLst>
          </p:cNvPr>
          <p:cNvSpPr txBox="1"/>
          <p:nvPr/>
        </p:nvSpPr>
        <p:spPr>
          <a:xfrm>
            <a:off x="4797715" y="5388968"/>
            <a:ext cx="938077" cy="219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SG" altLang="en-US" sz="825" spc="0" baseline="0" dirty="0">
                <a:ln/>
                <a:solidFill>
                  <a:srgbClr val="2C3E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Records excluded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99F26CD6-8CF5-5859-DD92-0937F40CD2E3}"/>
              </a:ext>
            </a:extLst>
          </p:cNvPr>
          <p:cNvSpPr txBox="1"/>
          <p:nvPr/>
        </p:nvSpPr>
        <p:spPr>
          <a:xfrm>
            <a:off x="5057634" y="5541513"/>
            <a:ext cx="508473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SG" altLang="en-US" sz="750" spc="0" baseline="0" dirty="0">
                <a:ln/>
                <a:solidFill>
                  <a:srgbClr val="5D6D7E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(n = ？)</a:t>
            </a:r>
          </a:p>
        </p:txBody>
      </p:sp>
      <p:sp>
        <p:nvSpPr>
          <p:cNvPr id="40" name="任意形状 39">
            <a:extLst>
              <a:ext uri="{FF2B5EF4-FFF2-40B4-BE49-F238E27FC236}">
                <a16:creationId xmlns:a16="http://schemas.microsoft.com/office/drawing/2014/main" id="{8D6589F1-C390-F386-0F46-148487504258}"/>
              </a:ext>
            </a:extLst>
          </p:cNvPr>
          <p:cNvSpPr/>
          <p:nvPr/>
        </p:nvSpPr>
        <p:spPr>
          <a:xfrm>
            <a:off x="2501152" y="5168075"/>
            <a:ext cx="1210235" cy="1048957"/>
          </a:xfrm>
          <a:custGeom>
            <a:avLst/>
            <a:gdLst>
              <a:gd name="csX0" fmla="*/ 1210235 w 1210235"/>
              <a:gd name="csY0" fmla="*/ 0 h 1048957"/>
              <a:gd name="csX1" fmla="*/ 1210235 w 1210235"/>
              <a:gd name="csY1" fmla="*/ 403445 h 1048957"/>
              <a:gd name="csX2" fmla="*/ 0 w 1210235"/>
              <a:gd name="csY2" fmla="*/ 403445 h 1048957"/>
              <a:gd name="csX3" fmla="*/ 0 w 1210235"/>
              <a:gd name="csY3" fmla="*/ 1048957 h 10489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0235" h="1048957">
                <a:moveTo>
                  <a:pt x="1210235" y="0"/>
                </a:moveTo>
                <a:lnTo>
                  <a:pt x="1210235" y="403445"/>
                </a:lnTo>
                <a:lnTo>
                  <a:pt x="0" y="403445"/>
                </a:lnTo>
                <a:lnTo>
                  <a:pt x="0" y="1048957"/>
                </a:lnTo>
              </a:path>
            </a:pathLst>
          </a:custGeom>
          <a:noFill/>
          <a:ln w="12102" cap="flat">
            <a:solidFill>
              <a:srgbClr val="5D6D7E"/>
            </a:solidFill>
            <a:prstDash val="solid"/>
            <a:miter/>
          </a:ln>
        </p:spPr>
        <p:txBody>
          <a:bodyPr/>
          <a:lstStyle/>
          <a:p>
            <a:endParaRPr lang="zh-SG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BA7203F9-C4DD-39B9-2479-8B2EB5DF0170}"/>
              </a:ext>
            </a:extLst>
          </p:cNvPr>
          <p:cNvSpPr/>
          <p:nvPr/>
        </p:nvSpPr>
        <p:spPr>
          <a:xfrm>
            <a:off x="1452282" y="6217033"/>
            <a:ext cx="2097741" cy="443789"/>
          </a:xfrm>
          <a:prstGeom prst="rect">
            <a:avLst/>
          </a:prstGeom>
          <a:solidFill>
            <a:srgbClr val="FEF9E7"/>
          </a:solidFill>
          <a:ln w="12102" cap="flat">
            <a:solidFill>
              <a:srgbClr val="F4D03F"/>
            </a:solidFill>
            <a:prstDash val="solid"/>
            <a:miter/>
          </a:ln>
        </p:spPr>
        <p:txBody>
          <a:bodyPr/>
          <a:lstStyle/>
          <a:p>
            <a:endParaRPr lang="zh-SG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9FABAC68-CB55-AD4A-9A45-DA7FF8E1FEF7}"/>
              </a:ext>
            </a:extLst>
          </p:cNvPr>
          <p:cNvSpPr txBox="1"/>
          <p:nvPr/>
        </p:nvSpPr>
        <p:spPr>
          <a:xfrm>
            <a:off x="1655072" y="6276547"/>
            <a:ext cx="1848583" cy="219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SG" altLang="en-US" sz="825" spc="0" baseline="0">
                <a:ln/>
                <a:solidFill>
                  <a:srgbClr val="2C3E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Full-text articles assessed for eligibility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61E44FB4-A076-721A-E95B-2B8A84B06847}"/>
              </a:ext>
            </a:extLst>
          </p:cNvPr>
          <p:cNvSpPr txBox="1"/>
          <p:nvPr/>
        </p:nvSpPr>
        <p:spPr>
          <a:xfrm>
            <a:off x="2314434" y="6429092"/>
            <a:ext cx="508473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SG" altLang="en-US" sz="750" spc="0" baseline="0" dirty="0">
                <a:ln/>
                <a:solidFill>
                  <a:srgbClr val="5D6D7E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(n = ？)</a:t>
            </a:r>
          </a:p>
        </p:txBody>
      </p:sp>
      <p:sp>
        <p:nvSpPr>
          <p:cNvPr id="44" name="任意形状 43">
            <a:extLst>
              <a:ext uri="{FF2B5EF4-FFF2-40B4-BE49-F238E27FC236}">
                <a16:creationId xmlns:a16="http://schemas.microsoft.com/office/drawing/2014/main" id="{9AA2A3E6-1A0A-17C1-6A6D-F98B6C343E6F}"/>
              </a:ext>
            </a:extLst>
          </p:cNvPr>
          <p:cNvSpPr/>
          <p:nvPr/>
        </p:nvSpPr>
        <p:spPr>
          <a:xfrm>
            <a:off x="3550023" y="6434893"/>
            <a:ext cx="484094" cy="427651"/>
          </a:xfrm>
          <a:custGeom>
            <a:avLst/>
            <a:gdLst>
              <a:gd name="csX0" fmla="*/ 0 w 484094"/>
              <a:gd name="csY0" fmla="*/ 0 h 427651"/>
              <a:gd name="csX1" fmla="*/ 484094 w 484094"/>
              <a:gd name="csY1" fmla="*/ 0 h 427651"/>
              <a:gd name="csX2" fmla="*/ 484094 w 484094"/>
              <a:gd name="csY2" fmla="*/ 427652 h 4276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84094" h="427651">
                <a:moveTo>
                  <a:pt x="0" y="0"/>
                </a:moveTo>
                <a:lnTo>
                  <a:pt x="484094" y="0"/>
                </a:lnTo>
                <a:lnTo>
                  <a:pt x="484094" y="427652"/>
                </a:lnTo>
              </a:path>
            </a:pathLst>
          </a:custGeom>
          <a:noFill/>
          <a:ln w="12102" cap="flat">
            <a:solidFill>
              <a:srgbClr val="5D6D7E"/>
            </a:solidFill>
            <a:prstDash val="solid"/>
            <a:miter/>
          </a:ln>
        </p:spPr>
        <p:txBody>
          <a:bodyPr/>
          <a:lstStyle/>
          <a:p>
            <a:endParaRPr lang="zh-SG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66A8CF1D-CC76-AE5D-15F9-8380EA3B83CB}"/>
              </a:ext>
            </a:extLst>
          </p:cNvPr>
          <p:cNvSpPr/>
          <p:nvPr/>
        </p:nvSpPr>
        <p:spPr>
          <a:xfrm>
            <a:off x="3388658" y="6862545"/>
            <a:ext cx="1775011" cy="726201"/>
          </a:xfrm>
          <a:prstGeom prst="rect">
            <a:avLst/>
          </a:prstGeom>
          <a:solidFill>
            <a:srgbClr val="FDF2E9"/>
          </a:solidFill>
          <a:ln w="12102" cap="flat">
            <a:solidFill>
              <a:srgbClr val="E59866"/>
            </a:solidFill>
            <a:prstDash val="solid"/>
            <a:miter/>
          </a:ln>
        </p:spPr>
        <p:txBody>
          <a:bodyPr/>
          <a:lstStyle/>
          <a:p>
            <a:endParaRPr lang="zh-SG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367CE807-CB96-B4CB-D76A-7DE89877DD31}"/>
              </a:ext>
            </a:extLst>
          </p:cNvPr>
          <p:cNvSpPr txBox="1"/>
          <p:nvPr/>
        </p:nvSpPr>
        <p:spPr>
          <a:xfrm>
            <a:off x="3684072" y="6922059"/>
            <a:ext cx="1284326" cy="219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SG" altLang="en-US" sz="825" spc="0" baseline="0">
                <a:ln/>
                <a:solidFill>
                  <a:srgbClr val="2C3E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Full-text articles excluded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F0F66DB9-93D1-EDD0-F28B-AB22C9AA7F3F}"/>
              </a:ext>
            </a:extLst>
          </p:cNvPr>
          <p:cNvSpPr txBox="1"/>
          <p:nvPr/>
        </p:nvSpPr>
        <p:spPr>
          <a:xfrm>
            <a:off x="3851772" y="7074604"/>
            <a:ext cx="907621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SG" altLang="en-US" sz="750" spc="0" baseline="0">
                <a:ln/>
                <a:solidFill>
                  <a:srgbClr val="5D6D7E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with reasons (n = )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54667CB5-5118-CA74-D229-E87FE41FA670}"/>
              </a:ext>
            </a:extLst>
          </p:cNvPr>
          <p:cNvSpPr txBox="1"/>
          <p:nvPr/>
        </p:nvSpPr>
        <p:spPr>
          <a:xfrm>
            <a:off x="3703780" y="7251356"/>
            <a:ext cx="1250663" cy="196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SG" altLang="en-US" sz="675" spc="0" baseline="0">
                <a:ln/>
                <a:solidFill>
                  <a:srgbClr val="7F8C8D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• Not relevant to open window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E05751F3-DFBA-A7AC-D5AE-E8EF2410D3B5}"/>
              </a:ext>
            </a:extLst>
          </p:cNvPr>
          <p:cNvSpPr txBox="1"/>
          <p:nvPr/>
        </p:nvSpPr>
        <p:spPr>
          <a:xfrm>
            <a:off x="3810804" y="7380458"/>
            <a:ext cx="1037463" cy="196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SG" altLang="en-US" sz="675" spc="0" baseline="0">
                <a:ln/>
                <a:solidFill>
                  <a:srgbClr val="7F8C8D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• Animal/in vitro studies</a:t>
            </a:r>
          </a:p>
        </p:txBody>
      </p:sp>
      <p:sp>
        <p:nvSpPr>
          <p:cNvPr id="50" name="任意形状 49">
            <a:extLst>
              <a:ext uri="{FF2B5EF4-FFF2-40B4-BE49-F238E27FC236}">
                <a16:creationId xmlns:a16="http://schemas.microsoft.com/office/drawing/2014/main" id="{CD9C87CF-0EA9-1E20-4729-C19464F4F307}"/>
              </a:ext>
            </a:extLst>
          </p:cNvPr>
          <p:cNvSpPr/>
          <p:nvPr/>
        </p:nvSpPr>
        <p:spPr>
          <a:xfrm>
            <a:off x="2501152" y="6660822"/>
            <a:ext cx="8068" cy="1250679"/>
          </a:xfrm>
          <a:custGeom>
            <a:avLst/>
            <a:gdLst>
              <a:gd name="csX0" fmla="*/ 0 w 8068"/>
              <a:gd name="csY0" fmla="*/ 0 h 1250679"/>
              <a:gd name="csX1" fmla="*/ 0 w 8068"/>
              <a:gd name="csY1" fmla="*/ 1250680 h 1250679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068" h="1250679">
                <a:moveTo>
                  <a:pt x="0" y="0"/>
                </a:moveTo>
                <a:lnTo>
                  <a:pt x="0" y="1250680"/>
                </a:lnTo>
              </a:path>
            </a:pathLst>
          </a:custGeom>
          <a:noFill/>
          <a:ln w="12102" cap="flat">
            <a:solidFill>
              <a:srgbClr val="5D6D7E"/>
            </a:solidFill>
            <a:prstDash val="solid"/>
            <a:miter/>
          </a:ln>
        </p:spPr>
        <p:txBody>
          <a:bodyPr/>
          <a:lstStyle/>
          <a:p>
            <a:endParaRPr lang="zh-SG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A8E253E2-4467-293F-5983-064A95D11AF7}"/>
              </a:ext>
            </a:extLst>
          </p:cNvPr>
          <p:cNvSpPr/>
          <p:nvPr/>
        </p:nvSpPr>
        <p:spPr>
          <a:xfrm>
            <a:off x="1452282" y="7911502"/>
            <a:ext cx="2097741" cy="645512"/>
          </a:xfrm>
          <a:prstGeom prst="rect">
            <a:avLst/>
          </a:prstGeom>
          <a:solidFill>
            <a:srgbClr val="FADBD8"/>
          </a:solidFill>
          <a:ln w="12102" cap="flat">
            <a:solidFill>
              <a:srgbClr val="E74C3C"/>
            </a:solidFill>
            <a:prstDash val="solid"/>
            <a:miter/>
          </a:ln>
        </p:spPr>
        <p:txBody>
          <a:bodyPr/>
          <a:lstStyle/>
          <a:p>
            <a:endParaRPr lang="zh-SG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D977C9BF-B8E4-9C4B-7551-A7210A8DC88E}"/>
              </a:ext>
            </a:extLst>
          </p:cNvPr>
          <p:cNvSpPr txBox="1"/>
          <p:nvPr/>
        </p:nvSpPr>
        <p:spPr>
          <a:xfrm>
            <a:off x="1669980" y="8011361"/>
            <a:ext cx="1739579" cy="219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SG" altLang="en-US" sz="825" b="1" spc="0" baseline="0">
                <a:ln/>
                <a:solidFill>
                  <a:srgbClr val="2C3E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Studies included in scoping review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C1DD3834-5D50-A41D-05CA-94C846AF4883}"/>
              </a:ext>
            </a:extLst>
          </p:cNvPr>
          <p:cNvSpPr txBox="1"/>
          <p:nvPr/>
        </p:nvSpPr>
        <p:spPr>
          <a:xfrm>
            <a:off x="2314434" y="8180044"/>
            <a:ext cx="399468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SG" altLang="en-US" sz="750" spc="0" baseline="0">
                <a:ln/>
                <a:solidFill>
                  <a:srgbClr val="5D6D7E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(n = )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9DC2E380-6FB2-B73D-C238-B9D4B866A2D9}"/>
              </a:ext>
            </a:extLst>
          </p:cNvPr>
          <p:cNvSpPr txBox="1"/>
          <p:nvPr/>
        </p:nvSpPr>
        <p:spPr>
          <a:xfrm>
            <a:off x="1961671" y="8348726"/>
            <a:ext cx="1141659" cy="196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SG" altLang="en-US" sz="675" spc="0" baseline="0">
                <a:ln/>
                <a:solidFill>
                  <a:srgbClr val="7F8C8D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Data charting and synthesis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6095C616-6C7C-3391-7176-D85AEF0BBD62}"/>
              </a:ext>
            </a:extLst>
          </p:cNvPr>
          <p:cNvSpPr txBox="1"/>
          <p:nvPr/>
        </p:nvSpPr>
        <p:spPr>
          <a:xfrm>
            <a:off x="4848548" y="8632107"/>
            <a:ext cx="1903085" cy="196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SG" altLang="en-US" sz="675" spc="0" baseline="0" dirty="0">
                <a:ln/>
                <a:solidFill>
                  <a:srgbClr val="95A5A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Adapted from PRISMA-ScR (Tricco et al., 2018)</a:t>
            </a:r>
          </a:p>
        </p:txBody>
      </p:sp>
    </p:spTree>
    <p:extLst>
      <p:ext uri="{BB962C8B-B14F-4D97-AF65-F5344CB8AC3E}">
        <p14:creationId xmlns:p14="http://schemas.microsoft.com/office/powerpoint/2010/main" val="3248384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125</Words>
  <Application>Microsoft Macintosh PowerPoint</Application>
  <PresentationFormat>宽屏</PresentationFormat>
  <Paragraphs>27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YB8BO JO</dc:creator>
  <cp:lastModifiedBy>YB8BO JO</cp:lastModifiedBy>
  <cp:revision>2</cp:revision>
  <dcterms:created xsi:type="dcterms:W3CDTF">2026-01-15T04:40:55Z</dcterms:created>
  <dcterms:modified xsi:type="dcterms:W3CDTF">2026-01-15T07:25:50Z</dcterms:modified>
</cp:coreProperties>
</file>